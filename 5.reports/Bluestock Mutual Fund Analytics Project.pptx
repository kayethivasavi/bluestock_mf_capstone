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8C785-2A80-4967-AF98-78A5F06670E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6FB91-58DE-44F6-B528-56F2CEA2E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3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6FB91-58DE-44F6-B528-56F2CEA2E5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6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4A61-4020-AB1D-38CE-4168254FC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04380-ED8B-DBD0-D1FE-DE7879E3E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7ECE-BEC4-1159-BB59-0BCE8434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70E93-D4B1-12BA-850E-67A3A5C5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B22B-9047-3F04-BB7F-E5F51828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9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233F-B33D-B8B8-3DB5-14BF6565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2116-89E0-2839-B90B-4368DA7EE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9029A-9115-F1CB-4E99-0C0EBEA1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A496-4829-F99B-4D5D-47A878940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2C89E-6E57-EF4D-0FAE-2340CD97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9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7353-791A-4EE7-86D2-33DE7F14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24E86-F0D4-0A00-6E8C-06B75227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E573-2AAA-335E-78B2-9B93D0BB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DE68C-C5DD-A7F7-9E33-955E996E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D261A-3FB3-22F4-5BA5-149387A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5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BBDA-E3CB-C0D4-0965-E88DDF73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9683-B0B4-55A0-90FF-28134A7E1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9D8E1-4BBD-9D7D-1DEC-D298FC3B8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009FA-7CF7-2FD8-5C0E-138B1CB0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0ED47-8D7C-616F-F166-98875D76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C5506-308F-66E0-B6F1-E4744555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0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CD5-E687-636B-60D4-27170222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CAA32-6BDE-0355-E163-6C58CCAA9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E5D71-0FD2-AACB-F102-323020C4F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A7F97-9B0E-A8EB-1B49-2AFB660C3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3C0AC0-AB09-9C97-8CFD-4C1CDE22C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A94B4-222B-3572-BE69-8F627849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3BDC6-BD33-17BA-8315-B169F07D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C59AC-6C77-7000-E3AA-2D97A579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4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74EB-A71E-663A-9DF4-A30D55D4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6139C-D0BA-6536-3C1D-CE76CBA5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AFAC0-DEED-27D1-96FD-4861C78D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72025-5942-F149-B595-1068F737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7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80D49-6D0E-77A6-3BAA-F9FA7AE4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EEC5C-479B-4BFE-C50B-AEBDEF9C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ADC76-B257-F96D-6972-9020B155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972-27CD-2BA1-8FD2-BD21B3BE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8E4B-C7C4-86F6-9787-5FCACCFC9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B774C-FCA8-1CAE-0824-92F0F478D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19248-18B4-5CA7-0814-0BA8FA9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673AD-DEBC-9BF5-8701-61BBD31F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439B5-0774-A576-52F9-021FCFA5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4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42AA-9B5D-3F30-F9D7-39FF3F6F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729DC-9AB4-F6F1-9B72-F1DEAEE32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9BE5A-0326-0B16-995D-CEB2F7283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00053-722E-9AB0-449E-48E3E286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EBC95-78FB-BA1C-5C89-3E00A991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FB4EA-D0FF-C11E-16E3-B30C68AF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2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5186-71F0-6957-B143-DE58D4E7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0A851-A679-A893-645B-25D35710D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5FD5B-848D-52B3-986E-FF87A00C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243B7-9810-4C6D-0CBB-0AA49D6D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91B55-FFB7-AE33-5215-5A522A8E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8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48842-1E72-4004-7D3C-CCBA85DD3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83C1F-6FC5-B983-8F92-C665818D0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A8ADC-F820-FD5F-D180-CB3EA383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E28ED-B419-45B2-756B-23CDABD0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8027C-2B9F-54A1-14D6-076E49DC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1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56F21-7BD1-700E-F1FC-AFB9E88D3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5FCC5-01EF-87DC-C210-434D4A9C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703B4-94B2-11F3-B619-68D48C5A5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6A91-5E59-4E98-806A-13BE8634A95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FDD33-8AE6-B29B-041F-C23FC2370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C1040-5599-3C37-A894-8D5A4B6EF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4EC1C-9E57-41AA-8F20-F7B2EFE33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0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3A31-5AEC-F40C-F8BA-7B9E44FECD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Bluestock</a:t>
            </a:r>
            <a:r>
              <a:rPr lang="en-US" dirty="0"/>
              <a:t> Mutual Fund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CCFE9-1700-87A1-BB0F-30E19C166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3600" y="4025900"/>
            <a:ext cx="4673600" cy="1231900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Name:K.Vasavi</a:t>
            </a:r>
            <a:br>
              <a:rPr lang="en-US" dirty="0"/>
            </a:br>
            <a:r>
              <a:rPr lang="en-US" dirty="0"/>
              <a:t>Domain: Data Analytics &amp; Finance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04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FFBF-BDFB-C7DA-9F63-4512D869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F2F2-7438-62CB-B0CD-7A1EA59F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4864099"/>
          </a:xfrm>
        </p:spPr>
        <p:txBody>
          <a:bodyPr/>
          <a:lstStyle/>
          <a:p>
            <a:r>
              <a:rPr lang="en-US" dirty="0"/>
              <a:t>Analyze mutual fund performance, risk, and investor behavior using data-driven techniques.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7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76BE-827C-EFB1-B71F-53EBE4FF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681038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36C0E-9836-2891-D99B-E22BE5E73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1917699"/>
            <a:ext cx="8597900" cy="3979863"/>
          </a:xfrm>
        </p:spPr>
        <p:txBody>
          <a:bodyPr/>
          <a:lstStyle/>
          <a:p>
            <a:r>
              <a:rPr lang="en-US" dirty="0"/>
              <a:t>Analyze NAV trends </a:t>
            </a:r>
          </a:p>
          <a:p>
            <a:r>
              <a:rPr lang="en-US" dirty="0"/>
              <a:t>Evaluate fund performance </a:t>
            </a:r>
          </a:p>
          <a:p>
            <a:r>
              <a:rPr lang="en-US" dirty="0"/>
              <a:t>Study investor behavior </a:t>
            </a:r>
          </a:p>
          <a:p>
            <a:r>
              <a:rPr lang="en-US" dirty="0"/>
              <a:t>Build dashboards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BE36-D2CA-135E-8B8C-1FDF60C2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1309688"/>
          </a:xfrm>
        </p:spPr>
        <p:txBody>
          <a:bodyPr/>
          <a:lstStyle/>
          <a:p>
            <a:r>
              <a:rPr lang="en-US" dirty="0"/>
              <a:t>                          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8DF59-4C81-DA10-B1FF-FCD2903F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92299"/>
            <a:ext cx="10210800" cy="4284663"/>
          </a:xfrm>
        </p:spPr>
        <p:txBody>
          <a:bodyPr/>
          <a:lstStyle/>
          <a:p>
            <a:r>
              <a:rPr lang="en-US" dirty="0"/>
              <a:t>NAV Data </a:t>
            </a:r>
          </a:p>
          <a:p>
            <a:r>
              <a:rPr lang="en-US" dirty="0"/>
              <a:t>SIP Inflows </a:t>
            </a:r>
          </a:p>
          <a:p>
            <a:r>
              <a:rPr lang="en-US" dirty="0"/>
              <a:t>Transactions </a:t>
            </a:r>
          </a:p>
          <a:p>
            <a:r>
              <a:rPr lang="en-US" dirty="0"/>
              <a:t>Portfolio Holdings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48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A140-CA23-7CC0-D990-FF9B543D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1367F-EA90-5628-1431-99D10A32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6108699"/>
          </a:xfrm>
        </p:spPr>
        <p:txBody>
          <a:bodyPr>
            <a:normAutofit/>
          </a:bodyPr>
          <a:lstStyle/>
          <a:p>
            <a:pPr lvl="8"/>
            <a:r>
              <a:rPr lang="en-US" dirty="0"/>
              <a:t>[ CSV Files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Python ETL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SQLite DB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Analysis Layer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Risk + Performance Metrics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Visualization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Dashboards ]</a:t>
            </a:r>
          </a:p>
          <a:p>
            <a:pPr marL="3657600" lvl="8" indent="0">
              <a:buNone/>
            </a:pPr>
            <a:r>
              <a:rPr lang="en-US" dirty="0"/>
              <a:t>          ↓</a:t>
            </a:r>
          </a:p>
          <a:p>
            <a:pPr lvl="8"/>
            <a:r>
              <a:rPr lang="en-US" dirty="0"/>
              <a:t>[ Reports + PPT + GitHub ]</a:t>
            </a:r>
          </a:p>
        </p:txBody>
      </p:sp>
    </p:spTree>
    <p:extLst>
      <p:ext uri="{BB962C8B-B14F-4D97-AF65-F5344CB8AC3E}">
        <p14:creationId xmlns:p14="http://schemas.microsoft.com/office/powerpoint/2010/main" val="202844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5D7B-DAEB-1B1F-6013-11B9EA42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EDA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8AE1-CC7F-0DDE-DD4B-52CAD3C85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/>
          <a:lstStyle/>
          <a:p>
            <a:r>
              <a:rPr lang="en-US" dirty="0"/>
              <a:t>SIP growth increasing </a:t>
            </a:r>
          </a:p>
          <a:p>
            <a:r>
              <a:rPr lang="en-US" dirty="0"/>
              <a:t>AUM dominated by SBI </a:t>
            </a:r>
          </a:p>
          <a:p>
            <a:r>
              <a:rPr lang="en-US" dirty="0"/>
              <a:t>Market volatility during 2023–2024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6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7694-84E3-BC7A-5316-4145A85B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2778E-A3A1-BE63-5F00-D18564075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Sharpe Ratio </a:t>
            </a:r>
          </a:p>
          <a:p>
            <a:r>
              <a:rPr lang="en-US" dirty="0"/>
              <a:t>Alpha </a:t>
            </a:r>
          </a:p>
          <a:p>
            <a:r>
              <a:rPr lang="en-US" dirty="0"/>
              <a:t>Beta </a:t>
            </a:r>
          </a:p>
          <a:p>
            <a:r>
              <a:rPr lang="en-US" dirty="0"/>
              <a:t>CAGR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126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5184-A79E-965F-6182-DCBA8E8C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2010A-33F7-2B7E-37FE-B0670835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</a:t>
            </a:r>
            <a:r>
              <a:rPr lang="en-US" dirty="0"/>
              <a:t> (95%) </a:t>
            </a:r>
          </a:p>
          <a:p>
            <a:r>
              <a:rPr lang="en-US" dirty="0"/>
              <a:t>CVaR</a:t>
            </a:r>
          </a:p>
          <a:p>
            <a:r>
              <a:rPr lang="en-US" dirty="0"/>
              <a:t> Drawdown</a:t>
            </a:r>
          </a:p>
        </p:txBody>
      </p:sp>
    </p:spTree>
    <p:extLst>
      <p:ext uri="{BB962C8B-B14F-4D97-AF65-F5344CB8AC3E}">
        <p14:creationId xmlns:p14="http://schemas.microsoft.com/office/powerpoint/2010/main" val="147687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FC77-2B02-E0CA-BC18-D041C7F5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DASHBOARD (PAGE 1)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3822AA-F09C-1616-E2B7-845FE547B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" y="1236663"/>
            <a:ext cx="6481397" cy="3868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26479C-FDDC-B69F-ABB8-5BCBC1F4F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554" y="1400968"/>
            <a:ext cx="5997446" cy="35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5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5051F-76B5-68A2-B965-138526D5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DASHBOARD (PAGE 2) 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B7DDF2-0355-EDAF-E274-395749BED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25" y="1825625"/>
            <a:ext cx="73717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1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E755-D89C-10B8-F511-AC22E3D4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KEY FINDINGS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9787-D56E-2125-715F-67FFBD58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SBI dominates market </a:t>
            </a:r>
          </a:p>
          <a:p>
            <a:r>
              <a:rPr lang="en-US" dirty="0"/>
              <a:t>SIP inflows growing </a:t>
            </a:r>
          </a:p>
          <a:p>
            <a:r>
              <a:rPr lang="en-US" dirty="0"/>
              <a:t>Equity funds outperform debt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50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7ED5-286D-4F52-7EC2-0268B18C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36416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5F63-57A3-36FB-9A96-EB26E622B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1600"/>
            <a:ext cx="10515600" cy="3535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154705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171</Words>
  <Application>Microsoft Office PowerPoint</Application>
  <PresentationFormat>Widescreen</PresentationFormat>
  <Paragraphs>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Bluestock Mutual Fund Analytics Project</vt:lpstr>
      <vt:lpstr>                    PROBLEM STATEMENT</vt:lpstr>
      <vt:lpstr>                            OBJECTIVE</vt:lpstr>
      <vt:lpstr>                            DATA SOURCES</vt:lpstr>
      <vt:lpstr>                            ARCHITECTURE </vt:lpstr>
      <vt:lpstr>                           EDA INSIGHTS</vt:lpstr>
      <vt:lpstr>                 PERFORMANCE METRICS</vt:lpstr>
      <vt:lpstr>                     RISK ANALYSIS</vt:lpstr>
      <vt:lpstr>                       DASHBOARD (PAGE 1)</vt:lpstr>
      <vt:lpstr>                         DASHBOARD (PAGE 2)   </vt:lpstr>
      <vt:lpstr>                         KEY FINDINGS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kayethivasavi@outlook.com</dc:creator>
  <cp:lastModifiedBy>kayethivasavi@outlook.com</cp:lastModifiedBy>
  <cp:revision>1</cp:revision>
  <dcterms:created xsi:type="dcterms:W3CDTF">2026-06-17T16:45:34Z</dcterms:created>
  <dcterms:modified xsi:type="dcterms:W3CDTF">2026-06-17T17:13:52Z</dcterms:modified>
</cp:coreProperties>
</file>